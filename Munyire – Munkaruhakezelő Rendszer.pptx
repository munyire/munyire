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491DC1-FA01-4D41-B61C-3E8FEA5E7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93A5CB6-9C25-4487-B42C-DEC144114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65395C1-6C20-4C23-8760-1FC50342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21F39E0-9196-4B50-848A-CD4C3472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B4C1E00-5BDE-4718-BEC2-8AC979B4E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85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6CE6BE6-2AEF-4689-9371-58555AA2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F362795-7564-4408-BC66-AE16A33A0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BBD57C-E83B-4143-BCD6-4DACC2EDC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0E4B1A4-8376-44F7-8046-D3AECA10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9AB617F-855F-44CD-90D9-19009B6A1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312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ECADF6-E7D4-4D46-B0AB-2B562FB94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1D8189C-4790-46D3-B4D5-E93F83AC1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2F4E1E2-D974-45D9-B99B-C65660FB5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CB24AB5-DFA2-493F-89DE-7400841C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671D9EB-9B9D-411D-BD0C-A7CACB42E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5498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D3851D-96E6-4427-80A3-A4866436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086AAA1-4990-4C9E-A271-3B53178FE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D68A7DA-358A-484E-B53D-190096AA5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1128075-271E-4DCB-B69F-B7CACA7F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4842ECB-0DB9-4267-BE80-CA34413D6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A333FB2-4B58-442C-82D1-A8DC8F9A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26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67C48B-FBD6-40BF-AF01-5BD75850A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F66840-FFD3-4C77-8C28-92954BE10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7842D65-4DFC-4227-A68B-7542AC805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8DB4B78-E866-4184-B2F3-B9ABC765F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EF573F6-7A1F-4A8E-BF48-07BCB8D16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BDF52E4-2C3A-442F-A78C-C98ED12B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26E7709-AC07-4996-9CDE-BE5864139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BBEFCE92-8B85-43DF-AE6D-DB7AA332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4473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B3FF6CA-9172-43EC-BE3F-131C6122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CA575B3-F697-49CF-BBE0-26B203618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D38D177-0D4F-453C-B6F9-915744B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CC3A40A-4D92-45A6-BD5B-13C5DC81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732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02E8EBF-081A-407F-B842-A2FD931FF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A0D7EF0-5663-4ACC-9FE3-9283F8A0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E5EFCAD2-0039-4453-B21D-160F0A96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9818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3268F6-3228-4C6A-91EF-A56FFFB2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2861F88-87CE-42FD-946A-30CF62EE1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6E10147-0982-4BF8-ADB8-A5EC5D557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68007A0-55F3-4A59-8575-AD1DB6BE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7511CBE-65F1-4125-98C7-E12143F8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D474835-802D-4C0F-9300-B19113BB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5490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C0D732-94B2-46E8-9D56-D90295EE6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CB09825-C3BC-49CE-B121-9D2B88336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9894A61-35EB-465D-8C47-48BE18D65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685219F-7FA5-4899-AF35-19B694CD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9A1562F-5937-44E0-9D95-7681FDBB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E087ED7-C083-487A-9776-5936AEE5D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387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0D6657-3B9D-4854-B8F6-AD6F13540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91DED61-6C7A-453C-BCFE-760AAD23E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00E04AB-91B7-4987-BB08-D2EE4302D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5CA5A53-50B9-40E6-BC1F-95A37954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00DF01B-30F6-4C36-BD58-37A72B8F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6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3AD0E40-09E6-4363-AEAE-07A744E150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E1813A6-8947-461A-A2D0-E426DF5BE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28157DC-9F58-4647-9712-C2C4714A8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49C7B9-82F6-4904-AFEF-3B194467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FFC06BD-F6BA-4CD7-8835-2B61CF81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54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9BD2C19-E93A-48D3-94F1-F4AC1AB88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EF76AAF-4289-4403-9CC4-E1E639F90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BE576BE-CF18-4010-8C7F-1A4F2C672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29B97-5023-49C7-A794-8739D1A18172}" type="datetimeFigureOut">
              <a:rPr lang="hu-HU" smtClean="0"/>
              <a:t>2026. 01.05.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96B5B36-3C24-424D-9B6C-E03746B51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0EBC771-6FC7-42B8-B929-B048DBDB08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38D95-2D76-406F-A54B-B78F6E4D208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28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42B9B1-C35E-4F33-A360-65EEF8134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b="1" dirty="0" err="1"/>
              <a:t>Munyire</a:t>
            </a:r>
            <a:r>
              <a:rPr lang="hu-HU" b="1" dirty="0"/>
              <a:t> – Munkaruhakezelő Rendszer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7F0517A-9509-43F5-9ECE-EDE21D66C4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i="1" dirty="0"/>
              <a:t>Kimeneti vizsga projektbemutató</a:t>
            </a:r>
            <a:endParaRPr lang="hu-HU" dirty="0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3D29953B-9675-48BA-BCEC-AC466AE8CA0A}"/>
              </a:ext>
            </a:extLst>
          </p:cNvPr>
          <p:cNvSpPr/>
          <p:nvPr/>
        </p:nvSpPr>
        <p:spPr>
          <a:xfrm>
            <a:off x="0" y="6488668"/>
            <a:ext cx="4537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dirty="0"/>
              <a:t>Készítette: Név, Osztály • Dátum: YYYY.MM.DD</a:t>
            </a:r>
          </a:p>
        </p:txBody>
      </p:sp>
    </p:spTree>
    <p:extLst>
      <p:ext uri="{BB962C8B-B14F-4D97-AF65-F5344CB8AC3E}">
        <p14:creationId xmlns:p14="http://schemas.microsoft.com/office/powerpoint/2010/main" val="4104890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ADA55A-0FD5-4BB6-9379-24B273E30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Probléma és motiváció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96CE73-1405-469B-A20C-5CAE9B720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Miért kell egy ilyen rendszer?</a:t>
            </a:r>
            <a:endParaRPr lang="hu-HU" dirty="0"/>
          </a:p>
          <a:p>
            <a:pPr lvl="1"/>
            <a:r>
              <a:rPr lang="hu-HU" dirty="0"/>
              <a:t>Munkaruhák könnyen “eltűnnek”, ha nincs pontos nyilvántartás</a:t>
            </a:r>
          </a:p>
          <a:p>
            <a:pPr lvl="1"/>
            <a:r>
              <a:rPr lang="hu-HU" dirty="0"/>
              <a:t>Kiadás/visszavétel papíron → hibalehetőség, </a:t>
            </a:r>
            <a:r>
              <a:rPr lang="hu-HU" dirty="0" err="1"/>
              <a:t>kereshetetlenség</a:t>
            </a:r>
            <a:endParaRPr lang="hu-HU" dirty="0"/>
          </a:p>
          <a:p>
            <a:pPr lvl="1"/>
            <a:r>
              <a:rPr lang="hu-HU" dirty="0"/>
              <a:t>Készlethiány későn derül ki → termelési/üzemeltetési kockázat</a:t>
            </a:r>
          </a:p>
          <a:p>
            <a:r>
              <a:rPr lang="hu-HU" b="1" dirty="0"/>
              <a:t>Cél:</a:t>
            </a:r>
            <a:r>
              <a:rPr lang="hu-HU" dirty="0"/>
              <a:t> gyors, átlátható, jogosultság alapú nyilvántartás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8892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A5CBE2B-9BDC-4074-9EC9-FD204487C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Projekt célok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E86232-858E-4795-950D-F692DE20E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Fő célok</a:t>
            </a:r>
            <a:endParaRPr lang="hu-HU" dirty="0"/>
          </a:p>
          <a:p>
            <a:pPr lvl="1"/>
            <a:r>
              <a:rPr lang="hu-HU" dirty="0"/>
              <a:t>Stabil és biztonságos webes rendszer</a:t>
            </a:r>
          </a:p>
          <a:p>
            <a:pPr lvl="1"/>
            <a:r>
              <a:rPr lang="hu-HU" dirty="0"/>
              <a:t>Egyszerűen használható felület (SPA jelleg)</a:t>
            </a:r>
          </a:p>
          <a:p>
            <a:pPr lvl="1"/>
            <a:r>
              <a:rPr lang="hu-HU" dirty="0"/>
              <a:t>Készlet + kiadás/visszavétel + rendelés kezelése</a:t>
            </a:r>
          </a:p>
          <a:p>
            <a:pPr lvl="1"/>
            <a:r>
              <a:rPr lang="hu-HU" dirty="0"/>
              <a:t>Szerepkör alapú hozzáférés (Dolgozó / Manager / </a:t>
            </a:r>
            <a:r>
              <a:rPr lang="hu-HU" dirty="0" err="1"/>
              <a:t>Admin</a:t>
            </a:r>
            <a:r>
              <a:rPr lang="hu-HU" dirty="0"/>
              <a:t>)</a:t>
            </a:r>
          </a:p>
          <a:p>
            <a:r>
              <a:rPr lang="hu-HU" b="1" dirty="0"/>
              <a:t>Mitől “vizsgakompatibilis”?</a:t>
            </a:r>
            <a:endParaRPr lang="hu-HU" dirty="0"/>
          </a:p>
          <a:p>
            <a:pPr lvl="1"/>
            <a:r>
              <a:rPr lang="hu-HU" dirty="0"/>
              <a:t>Valós probléma</a:t>
            </a:r>
          </a:p>
          <a:p>
            <a:pPr lvl="1"/>
            <a:r>
              <a:rPr lang="hu-HU" dirty="0"/>
              <a:t>Tiszta adatmodell</a:t>
            </a:r>
          </a:p>
          <a:p>
            <a:pPr lvl="1"/>
            <a:r>
              <a:rPr lang="hu-HU" dirty="0"/>
              <a:t>Biztonsági alapok (</a:t>
            </a:r>
            <a:r>
              <a:rPr lang="hu-HU" dirty="0" err="1"/>
              <a:t>hash</a:t>
            </a:r>
            <a:r>
              <a:rPr lang="hu-HU" dirty="0"/>
              <a:t>, JWT, </a:t>
            </a:r>
            <a:r>
              <a:rPr lang="hu-HU" dirty="0" err="1"/>
              <a:t>role-based</a:t>
            </a:r>
            <a:r>
              <a:rPr lang="hu-HU" dirty="0"/>
              <a:t> </a:t>
            </a:r>
            <a:r>
              <a:rPr lang="hu-HU" dirty="0" err="1"/>
              <a:t>access</a:t>
            </a:r>
            <a:r>
              <a:rPr lang="hu-HU" dirty="0"/>
              <a:t>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99935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CC1219-41FA-4E62-ADF1-E2F65390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Technológiai </a:t>
            </a:r>
            <a:r>
              <a:rPr lang="hu-HU" dirty="0" err="1"/>
              <a:t>stack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54DC2D8-A9B9-4BD5-9417-7DB51E058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/>
              <a:t>Backend</a:t>
            </a:r>
            <a:endParaRPr lang="hu-HU" dirty="0"/>
          </a:p>
          <a:p>
            <a:pPr lvl="1"/>
            <a:r>
              <a:rPr lang="hu-HU" dirty="0"/>
              <a:t>Node.js + Express.js</a:t>
            </a:r>
          </a:p>
          <a:p>
            <a:pPr lvl="1"/>
            <a:r>
              <a:rPr lang="hu-HU" dirty="0" err="1"/>
              <a:t>Sequelize</a:t>
            </a:r>
            <a:r>
              <a:rPr lang="hu-HU" dirty="0"/>
              <a:t> ORM</a:t>
            </a:r>
          </a:p>
          <a:p>
            <a:pPr lvl="1"/>
            <a:r>
              <a:rPr lang="hu-HU" dirty="0" err="1"/>
              <a:t>SQLite</a:t>
            </a:r>
            <a:r>
              <a:rPr lang="hu-HU" dirty="0"/>
              <a:t> adatbázis</a:t>
            </a:r>
          </a:p>
          <a:p>
            <a:pPr lvl="1"/>
            <a:r>
              <a:rPr lang="hu-HU" dirty="0"/>
              <a:t>JWT bejelentkezés</a:t>
            </a:r>
          </a:p>
          <a:p>
            <a:pPr lvl="1"/>
            <a:r>
              <a:rPr lang="hu-HU" dirty="0" err="1"/>
              <a:t>bcrypt</a:t>
            </a:r>
            <a:r>
              <a:rPr lang="hu-HU" dirty="0"/>
              <a:t> jelszó-</a:t>
            </a:r>
            <a:r>
              <a:rPr lang="hu-HU" dirty="0" err="1"/>
              <a:t>hash</a:t>
            </a:r>
            <a:endParaRPr lang="hu-HU" dirty="0"/>
          </a:p>
          <a:p>
            <a:pPr lvl="1"/>
            <a:r>
              <a:rPr lang="hu-HU" dirty="0" err="1"/>
              <a:t>cors</a:t>
            </a:r>
            <a:r>
              <a:rPr lang="hu-HU" dirty="0"/>
              <a:t>, (fejlesztéshez: </a:t>
            </a:r>
            <a:r>
              <a:rPr lang="hu-HU" dirty="0" err="1"/>
              <a:t>nodemon</a:t>
            </a:r>
            <a:r>
              <a:rPr lang="hu-HU" dirty="0"/>
              <a:t>)</a:t>
            </a:r>
          </a:p>
          <a:p>
            <a:r>
              <a:rPr lang="hu-HU" b="1" dirty="0"/>
              <a:t>Frontend</a:t>
            </a:r>
            <a:endParaRPr lang="hu-HU" dirty="0"/>
          </a:p>
          <a:p>
            <a:pPr lvl="1"/>
            <a:r>
              <a:rPr lang="hu-HU" dirty="0"/>
              <a:t>SPA jellegű webes felület</a:t>
            </a:r>
          </a:p>
          <a:p>
            <a:pPr lvl="1"/>
            <a:r>
              <a:rPr lang="hu-HU" dirty="0"/>
              <a:t>REST API kommunikáció JSON-</a:t>
            </a:r>
            <a:r>
              <a:rPr lang="hu-HU" dirty="0" err="1"/>
              <a:t>nal</a:t>
            </a:r>
            <a:endParaRPr lang="hu-HU" dirty="0"/>
          </a:p>
          <a:p>
            <a:pPr lvl="1"/>
            <a:r>
              <a:rPr lang="hu-HU" dirty="0"/>
              <a:t>Reszponzív, modern UI (terv)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3330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1E93C9-47CB-4998-9254-D64827053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Rendszerfelépítés (architektúra)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5DB8EA-BE52-4D12-A067-508003F5E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Hogyan működik?</a:t>
            </a:r>
            <a:endParaRPr lang="hu-HU" dirty="0"/>
          </a:p>
          <a:p>
            <a:pPr lvl="1"/>
            <a:r>
              <a:rPr lang="hu-HU" dirty="0"/>
              <a:t>Felhasználó belép (JWT </a:t>
            </a:r>
            <a:r>
              <a:rPr lang="hu-HU" dirty="0" err="1"/>
              <a:t>token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Frontend hívja a védett API végpontokat</a:t>
            </a:r>
          </a:p>
          <a:p>
            <a:pPr lvl="1"/>
            <a:r>
              <a:rPr lang="hu-HU" dirty="0"/>
              <a:t>Backend ellenőrzi a </a:t>
            </a:r>
            <a:r>
              <a:rPr lang="hu-HU" dirty="0" err="1"/>
              <a:t>tokent</a:t>
            </a:r>
            <a:r>
              <a:rPr lang="hu-HU" dirty="0"/>
              <a:t> + szerepkört</a:t>
            </a:r>
          </a:p>
          <a:p>
            <a:pPr lvl="1"/>
            <a:r>
              <a:rPr lang="hu-HU" dirty="0" err="1"/>
              <a:t>Sequelize</a:t>
            </a:r>
            <a:r>
              <a:rPr lang="hu-HU" dirty="0"/>
              <a:t> kezeli az adatbázis műveleteket (</a:t>
            </a:r>
            <a:r>
              <a:rPr lang="hu-HU" dirty="0" err="1"/>
              <a:t>SQLite</a:t>
            </a:r>
            <a:r>
              <a:rPr lang="hu-HU" dirty="0"/>
              <a:t>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95434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CBC808-8A03-4730-867B-784A3961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Fő 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9C9468E-12D9-4B37-A571-466BE74F7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Mit tud a rendszer?</a:t>
            </a:r>
            <a:endParaRPr lang="hu-HU" dirty="0"/>
          </a:p>
          <a:p>
            <a:pPr lvl="1"/>
            <a:r>
              <a:rPr lang="hu-HU" dirty="0"/>
              <a:t>Készlet nyilvántartás (ruhatípusok, mennyiségek)</a:t>
            </a:r>
          </a:p>
          <a:p>
            <a:pPr lvl="1"/>
            <a:r>
              <a:rPr lang="hu-HU" dirty="0"/>
              <a:t>Munkaruhák kiadása dolgozóknak (indok + mennyiség)</a:t>
            </a:r>
          </a:p>
          <a:p>
            <a:pPr lvl="1"/>
            <a:r>
              <a:rPr lang="hu-HU" dirty="0"/>
              <a:t>Visszavétel minőség rögzítéssel</a:t>
            </a:r>
          </a:p>
          <a:p>
            <a:pPr lvl="1"/>
            <a:r>
              <a:rPr lang="hu-HU" dirty="0"/>
              <a:t>Dolgozók kezelése (</a:t>
            </a:r>
            <a:r>
              <a:rPr lang="hu-HU" dirty="0" err="1"/>
              <a:t>admin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Rendelések kezelése (készletutánpótlás)</a:t>
            </a:r>
          </a:p>
          <a:p>
            <a:pPr lvl="1"/>
            <a:r>
              <a:rPr lang="hu-HU" dirty="0"/>
              <a:t>Egyszerű jelentések / kimutatások (terv)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34928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15C396-650E-4E5C-AFF1-EB9552EED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Szerepkörök és jogosultságok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F152D41-5945-4F01-87DA-B56CBC91B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3 szerepkör</a:t>
            </a:r>
            <a:endParaRPr lang="hu-HU" dirty="0"/>
          </a:p>
          <a:p>
            <a:pPr lvl="1"/>
            <a:r>
              <a:rPr lang="hu-HU" b="1" dirty="0"/>
              <a:t>Dolgozó:</a:t>
            </a:r>
            <a:r>
              <a:rPr lang="hu-HU" dirty="0"/>
              <a:t> saját ruhák (csak olvasás), saját adatok</a:t>
            </a:r>
          </a:p>
          <a:p>
            <a:pPr lvl="1"/>
            <a:r>
              <a:rPr lang="hu-HU" b="1" dirty="0"/>
              <a:t>Manager:</a:t>
            </a:r>
            <a:r>
              <a:rPr lang="hu-HU" dirty="0"/>
              <a:t> készlet megtekintés + kiadás/visszavétel + rendelések + alap riport</a:t>
            </a:r>
          </a:p>
          <a:p>
            <a:pPr lvl="1"/>
            <a:r>
              <a:rPr lang="hu-HU" b="1" dirty="0" err="1"/>
              <a:t>Admin</a:t>
            </a:r>
            <a:r>
              <a:rPr lang="hu-HU" b="1" dirty="0"/>
              <a:t>:</a:t>
            </a:r>
            <a:r>
              <a:rPr lang="hu-HU" dirty="0"/>
              <a:t> teljes körű kezelés (dolgozók, készlet, rendelések)</a:t>
            </a:r>
          </a:p>
          <a:p>
            <a:r>
              <a:rPr lang="hu-HU" b="1" dirty="0"/>
              <a:t>Fontos különbség</a:t>
            </a:r>
            <a:endParaRPr lang="hu-HU" dirty="0"/>
          </a:p>
          <a:p>
            <a:pPr lvl="1"/>
            <a:r>
              <a:rPr lang="hu-HU" b="1" dirty="0"/>
              <a:t>Szerepkör</a:t>
            </a:r>
            <a:r>
              <a:rPr lang="hu-HU" dirty="0"/>
              <a:t> = jogosultság (</a:t>
            </a:r>
            <a:r>
              <a:rPr lang="hu-HU" dirty="0" err="1"/>
              <a:t>Dolgozo</a:t>
            </a:r>
            <a:r>
              <a:rPr lang="hu-HU" dirty="0"/>
              <a:t>/Manager/</a:t>
            </a:r>
            <a:r>
              <a:rPr lang="hu-HU" dirty="0" err="1"/>
              <a:t>Admin</a:t>
            </a:r>
            <a:r>
              <a:rPr lang="hu-HU" dirty="0"/>
              <a:t>)</a:t>
            </a:r>
          </a:p>
          <a:p>
            <a:pPr lvl="1"/>
            <a:r>
              <a:rPr lang="hu-HU" b="1" dirty="0"/>
              <a:t>Munkakör</a:t>
            </a:r>
            <a:r>
              <a:rPr lang="hu-HU" dirty="0"/>
              <a:t> = információ, nem jogosultság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21379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2FEE6D7-E3E9-40CA-8C63-ADD803841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 modell (táblák)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E99ED7-18B2-46A6-8C82-C83F80F97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Fő táblák</a:t>
            </a:r>
            <a:endParaRPr lang="hu-HU" dirty="0"/>
          </a:p>
          <a:p>
            <a:pPr lvl="1"/>
            <a:r>
              <a:rPr lang="hu-HU" b="1" dirty="0"/>
              <a:t>Dolgozok</a:t>
            </a:r>
            <a:r>
              <a:rPr lang="hu-HU" dirty="0"/>
              <a:t> (felhasználók + szerepkör)</a:t>
            </a:r>
          </a:p>
          <a:p>
            <a:pPr lvl="1"/>
            <a:r>
              <a:rPr lang="hu-HU" b="1" dirty="0" err="1"/>
              <a:t>Ruhak</a:t>
            </a:r>
            <a:r>
              <a:rPr lang="hu-HU" dirty="0"/>
              <a:t> (cikkszám, fajta, szín, méret, mennyiség)</a:t>
            </a:r>
          </a:p>
          <a:p>
            <a:pPr lvl="1"/>
            <a:r>
              <a:rPr lang="hu-HU" b="1" dirty="0" err="1"/>
              <a:t>RuhaKiBe</a:t>
            </a:r>
            <a:r>
              <a:rPr lang="hu-HU" dirty="0"/>
              <a:t> (kinek, mit, mikor, mennyit, indok, visszavétel minőség)</a:t>
            </a:r>
          </a:p>
          <a:p>
            <a:pPr lvl="1"/>
            <a:r>
              <a:rPr lang="hu-HU" b="1" dirty="0" err="1"/>
              <a:t>Rendelesek</a:t>
            </a:r>
            <a:r>
              <a:rPr lang="hu-HU" dirty="0"/>
              <a:t> (ruha, dátum, mennyiség, státusz)</a:t>
            </a:r>
          </a:p>
          <a:p>
            <a:r>
              <a:rPr lang="hu-HU" b="1" dirty="0"/>
              <a:t>Ábraötlet (ER kapcsolat röviden):</a:t>
            </a:r>
            <a:endParaRPr lang="hu-HU" dirty="0"/>
          </a:p>
          <a:p>
            <a:pPr lvl="1"/>
            <a:r>
              <a:rPr lang="hu-HU" dirty="0"/>
              <a:t>Dolgozok 1—N </a:t>
            </a:r>
            <a:r>
              <a:rPr lang="hu-HU" dirty="0" err="1"/>
              <a:t>RuhaKiBe</a:t>
            </a:r>
            <a:endParaRPr lang="hu-HU" dirty="0"/>
          </a:p>
          <a:p>
            <a:pPr lvl="1"/>
            <a:r>
              <a:rPr lang="hu-HU" dirty="0" err="1"/>
              <a:t>Ruhak</a:t>
            </a:r>
            <a:r>
              <a:rPr lang="hu-HU" dirty="0"/>
              <a:t> 1—N </a:t>
            </a:r>
            <a:r>
              <a:rPr lang="hu-HU" dirty="0" err="1"/>
              <a:t>RuhaKiBe</a:t>
            </a:r>
            <a:endParaRPr lang="hu-HU" dirty="0"/>
          </a:p>
          <a:p>
            <a:pPr lvl="1"/>
            <a:r>
              <a:rPr lang="hu-HU" dirty="0" err="1"/>
              <a:t>Ruhak</a:t>
            </a:r>
            <a:r>
              <a:rPr lang="hu-HU" dirty="0"/>
              <a:t> 1—N </a:t>
            </a:r>
            <a:r>
              <a:rPr lang="hu-HU" dirty="0" err="1"/>
              <a:t>Rendelesek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9717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13A577-5435-49F0-8E48-E8A937F2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Kiadás és visszavétel logika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756B3A0-325A-48FC-BD13-7E827C328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Kiadás (példa logika)</a:t>
            </a:r>
            <a:endParaRPr lang="hu-HU" dirty="0"/>
          </a:p>
          <a:p>
            <a:pPr lvl="1"/>
            <a:r>
              <a:rPr lang="hu-HU" dirty="0"/>
              <a:t>Ellenőrzés: van-e elég készlet (</a:t>
            </a:r>
            <a:r>
              <a:rPr lang="hu-HU" dirty="0" err="1"/>
              <a:t>Ruhak.Mennyiseg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Létrehozás: új </a:t>
            </a:r>
            <a:r>
              <a:rPr lang="hu-HU" dirty="0" err="1"/>
              <a:t>RuhaKiBe</a:t>
            </a:r>
            <a:r>
              <a:rPr lang="hu-HU" dirty="0"/>
              <a:t> sor </a:t>
            </a:r>
            <a:r>
              <a:rPr lang="hu-HU" dirty="0" err="1"/>
              <a:t>KiadasDatummal</a:t>
            </a:r>
            <a:endParaRPr lang="hu-HU" dirty="0"/>
          </a:p>
          <a:p>
            <a:pPr lvl="1"/>
            <a:r>
              <a:rPr lang="hu-HU" dirty="0"/>
              <a:t>Készlet csökkentése: </a:t>
            </a:r>
            <a:r>
              <a:rPr lang="hu-HU" dirty="0" err="1"/>
              <a:t>Mennyiseg</a:t>
            </a:r>
            <a:r>
              <a:rPr lang="hu-HU" dirty="0"/>
              <a:t> -= kiadott mennyiség</a:t>
            </a:r>
          </a:p>
          <a:p>
            <a:r>
              <a:rPr lang="hu-HU" b="1" dirty="0"/>
              <a:t>Visszavétel</a:t>
            </a:r>
            <a:endParaRPr lang="hu-HU" dirty="0"/>
          </a:p>
          <a:p>
            <a:pPr lvl="1"/>
            <a:r>
              <a:rPr lang="hu-HU" dirty="0" err="1"/>
              <a:t>RuhaKiBe</a:t>
            </a:r>
            <a:r>
              <a:rPr lang="hu-HU" dirty="0"/>
              <a:t> sor frissítése: </a:t>
            </a:r>
            <a:r>
              <a:rPr lang="hu-HU" dirty="0" err="1"/>
              <a:t>VisszaDatum</a:t>
            </a:r>
            <a:r>
              <a:rPr lang="hu-HU" dirty="0"/>
              <a:t> + </a:t>
            </a:r>
            <a:r>
              <a:rPr lang="hu-HU" dirty="0" err="1"/>
              <a:t>RuhaMinoseg</a:t>
            </a:r>
            <a:endParaRPr lang="hu-HU" dirty="0"/>
          </a:p>
          <a:p>
            <a:pPr lvl="1"/>
            <a:r>
              <a:rPr lang="hu-HU" dirty="0"/>
              <a:t>(Opcionális) készlet visszanövelése szabály szerint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56214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1F3938-BAAF-48A3-AEF6-A3D6478DD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Biztonság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79C108D-72E3-46B2-B18F-FFAD56F55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Mitől biztonságosabb a rendszer?</a:t>
            </a:r>
            <a:endParaRPr lang="hu-HU" dirty="0"/>
          </a:p>
          <a:p>
            <a:pPr lvl="1"/>
            <a:r>
              <a:rPr lang="hu-HU" dirty="0"/>
              <a:t>Jelszó nem tárolódik szövegként → </a:t>
            </a:r>
            <a:r>
              <a:rPr lang="hu-HU" b="1" dirty="0" err="1"/>
              <a:t>bcrypt</a:t>
            </a:r>
            <a:r>
              <a:rPr lang="hu-HU" b="1" dirty="0"/>
              <a:t> </a:t>
            </a:r>
            <a:r>
              <a:rPr lang="hu-HU" b="1" dirty="0" err="1"/>
              <a:t>hash</a:t>
            </a:r>
            <a:endParaRPr lang="hu-HU" dirty="0"/>
          </a:p>
          <a:p>
            <a:pPr lvl="1"/>
            <a:r>
              <a:rPr lang="hu-HU" dirty="0"/>
              <a:t>Bejelentkezés után </a:t>
            </a:r>
            <a:r>
              <a:rPr lang="hu-HU" b="1" dirty="0"/>
              <a:t>JWT </a:t>
            </a:r>
            <a:r>
              <a:rPr lang="hu-HU" b="1" dirty="0" err="1"/>
              <a:t>token</a:t>
            </a:r>
            <a:r>
              <a:rPr lang="hu-HU" dirty="0"/>
              <a:t>, védett végpontok </a:t>
            </a:r>
            <a:r>
              <a:rPr lang="hu-HU" dirty="0" err="1"/>
              <a:t>token</a:t>
            </a:r>
            <a:r>
              <a:rPr lang="hu-HU" dirty="0"/>
              <a:t> nélkül nem elérhetők</a:t>
            </a:r>
          </a:p>
          <a:p>
            <a:pPr lvl="1"/>
            <a:r>
              <a:rPr lang="hu-HU" b="1" dirty="0" err="1"/>
              <a:t>Role-based</a:t>
            </a:r>
            <a:r>
              <a:rPr lang="hu-HU" b="1" dirty="0"/>
              <a:t> </a:t>
            </a:r>
            <a:r>
              <a:rPr lang="hu-HU" b="1" dirty="0" err="1"/>
              <a:t>access</a:t>
            </a:r>
            <a:r>
              <a:rPr lang="hu-HU" dirty="0"/>
              <a:t>: ki mit láthat/csinálhat</a:t>
            </a:r>
          </a:p>
          <a:p>
            <a:pPr lvl="1"/>
            <a:r>
              <a:rPr lang="hu-HU" dirty="0"/>
              <a:t>Dolgozó csak a </a:t>
            </a:r>
            <a:r>
              <a:rPr lang="hu-HU" b="1" dirty="0"/>
              <a:t>saját</a:t>
            </a:r>
            <a:r>
              <a:rPr lang="hu-HU" dirty="0"/>
              <a:t> adatait és ruháit érheti el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49446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8792D62-2129-4E8C-81B4-B181F0DEB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Oldalak / modulok (UI terv)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0FD8447-D065-4AB8-BBDE-8E821D843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Fő oldalak</a:t>
            </a:r>
            <a:endParaRPr lang="hu-HU" dirty="0"/>
          </a:p>
          <a:p>
            <a:pPr lvl="1"/>
            <a:r>
              <a:rPr lang="hu-HU" dirty="0"/>
              <a:t>Bejelentkezés</a:t>
            </a:r>
          </a:p>
          <a:p>
            <a:pPr lvl="1"/>
            <a:r>
              <a:rPr lang="hu-HU" dirty="0" err="1"/>
              <a:t>Dashboard</a:t>
            </a:r>
            <a:r>
              <a:rPr lang="hu-HU" dirty="0"/>
              <a:t> (Manager, </a:t>
            </a:r>
            <a:r>
              <a:rPr lang="hu-HU" dirty="0" err="1"/>
              <a:t>Admin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Készlet (Manager: megtekintés; </a:t>
            </a:r>
            <a:r>
              <a:rPr lang="hu-HU" dirty="0" err="1"/>
              <a:t>Admin</a:t>
            </a:r>
            <a:r>
              <a:rPr lang="hu-HU" dirty="0"/>
              <a:t>: kezelés)</a:t>
            </a:r>
          </a:p>
          <a:p>
            <a:pPr lvl="1"/>
            <a:r>
              <a:rPr lang="hu-HU" dirty="0"/>
              <a:t>Kiadás / Visszavétel</a:t>
            </a:r>
          </a:p>
          <a:p>
            <a:pPr lvl="1"/>
            <a:r>
              <a:rPr lang="hu-HU" dirty="0"/>
              <a:t>Dolgozók (Manager: megtekintés; </a:t>
            </a:r>
            <a:r>
              <a:rPr lang="hu-HU" dirty="0" err="1"/>
              <a:t>Admin</a:t>
            </a:r>
            <a:r>
              <a:rPr lang="hu-HU" dirty="0"/>
              <a:t>: teljes kezelés)</a:t>
            </a:r>
          </a:p>
          <a:p>
            <a:pPr lvl="1"/>
            <a:r>
              <a:rPr lang="hu-HU" dirty="0"/>
              <a:t>Saját ruháim (mindenki: csak saját)</a:t>
            </a:r>
          </a:p>
          <a:p>
            <a:pPr lvl="1"/>
            <a:r>
              <a:rPr lang="hu-HU" dirty="0"/>
              <a:t>Rendelések</a:t>
            </a:r>
          </a:p>
          <a:p>
            <a:pPr lvl="1"/>
            <a:r>
              <a:rPr lang="hu-HU" dirty="0"/>
              <a:t>Jelentések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86931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65AA49-18D6-49BA-AED0-0DBE6006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Demo</a:t>
            </a:r>
            <a:r>
              <a:rPr lang="hu-HU" dirty="0"/>
              <a:t> forgatókönyv (vizsgán nagyon hasznos)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C49B69-CA0B-4A66-B382-3847C169A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Bejelentkezés Managerként</a:t>
            </a:r>
          </a:p>
          <a:p>
            <a:r>
              <a:rPr lang="hu-HU" dirty="0"/>
              <a:t>Készlet megtekintése (pl. “fekete nadrág M”)</a:t>
            </a:r>
          </a:p>
          <a:p>
            <a:r>
              <a:rPr lang="hu-HU" dirty="0"/>
              <a:t>Kiadás rögzítése egy dolgozónak (indok: “új belépő”, mennyiség: 1)</a:t>
            </a:r>
          </a:p>
          <a:p>
            <a:r>
              <a:rPr lang="hu-HU" dirty="0"/>
              <a:t>Ellenőrzés: készlet csökkent</a:t>
            </a:r>
          </a:p>
          <a:p>
            <a:r>
              <a:rPr lang="hu-HU" dirty="0"/>
              <a:t>Visszavétel rögzítése (minőség: “Jó”)</a:t>
            </a:r>
          </a:p>
          <a:p>
            <a:r>
              <a:rPr lang="hu-HU" dirty="0"/>
              <a:t>Rendelés leadása (státusz: Leadva → Teljesítve)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95773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181AAE-0D5A-4F4A-994D-528E8946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Nehézségek és megoldások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D285168-217E-4F30-ADA7-8A0F0AA2B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Tipikus kihívások</a:t>
            </a:r>
            <a:endParaRPr lang="hu-HU" dirty="0"/>
          </a:p>
          <a:p>
            <a:pPr lvl="1"/>
            <a:r>
              <a:rPr lang="hu-HU" dirty="0"/>
              <a:t>Jogosultságok helyes kezelése (Dolgozó ne lásson mást)</a:t>
            </a:r>
          </a:p>
          <a:p>
            <a:pPr lvl="1"/>
            <a:r>
              <a:rPr lang="hu-HU" dirty="0"/>
              <a:t>Készlet konzisztencia kiadás/visszavétel közben</a:t>
            </a:r>
          </a:p>
          <a:p>
            <a:pPr lvl="1"/>
            <a:r>
              <a:rPr lang="hu-HU" dirty="0"/>
              <a:t>Egységes adatmodell (1 sor = ruhacikk, nem egyedi darab)</a:t>
            </a:r>
          </a:p>
          <a:p>
            <a:r>
              <a:rPr lang="hu-HU" b="1" dirty="0"/>
              <a:t>Megoldási irányok</a:t>
            </a:r>
            <a:endParaRPr lang="hu-HU" dirty="0"/>
          </a:p>
          <a:p>
            <a:pPr lvl="1"/>
            <a:r>
              <a:rPr lang="hu-HU" dirty="0" err="1"/>
              <a:t>Middleware</a:t>
            </a:r>
            <a:r>
              <a:rPr lang="hu-HU" dirty="0"/>
              <a:t> alapú </a:t>
            </a:r>
            <a:r>
              <a:rPr lang="hu-HU" dirty="0" err="1"/>
              <a:t>role-check</a:t>
            </a:r>
            <a:endParaRPr lang="hu-HU" dirty="0"/>
          </a:p>
          <a:p>
            <a:pPr lvl="1"/>
            <a:r>
              <a:rPr lang="hu-HU" dirty="0"/>
              <a:t>Validációk (mennyiség &gt; 0, készlet &gt;= kiadás)</a:t>
            </a:r>
          </a:p>
          <a:p>
            <a:pPr lvl="1"/>
            <a:r>
              <a:rPr lang="hu-HU" dirty="0"/>
              <a:t>Egyedi kulcs: Cikkszam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7458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3655F7-AA74-4F66-BE52-81461EC0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Továbbfejlesztési tervek (ha kérdeznek)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5108A3-A747-46C7-AF91-8073B97E4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Rendszerlogok / audit </a:t>
            </a:r>
            <a:r>
              <a:rPr lang="hu-HU" dirty="0" err="1"/>
              <a:t>trail</a:t>
            </a:r>
            <a:r>
              <a:rPr lang="hu-HU" dirty="0"/>
              <a:t> (ki mit módosított)</a:t>
            </a:r>
          </a:p>
          <a:p>
            <a:r>
              <a:rPr lang="hu-HU" dirty="0"/>
              <a:t>Haladó jelentések (pl. leggyakoribb cserék, fogyási trend)</a:t>
            </a:r>
          </a:p>
          <a:p>
            <a:r>
              <a:rPr lang="hu-HU" dirty="0"/>
              <a:t>Email értesítés rendelés státusz változáskor</a:t>
            </a:r>
          </a:p>
          <a:p>
            <a:r>
              <a:rPr lang="hu-HU" dirty="0"/>
              <a:t>Készlet minimum szint + automatikus rendelésjavaslat</a:t>
            </a:r>
          </a:p>
          <a:p>
            <a:r>
              <a:rPr lang="hu-HU" dirty="0"/>
              <a:t>Finomabb minőségkezelés, selejtezés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8606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Szélesvásznú</PresentationFormat>
  <Paragraphs>109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Office-téma</vt:lpstr>
      <vt:lpstr>Munyire – Munkaruhakezelő Rendszer</vt:lpstr>
      <vt:lpstr>Probléma és motiváció</vt:lpstr>
      <vt:lpstr>Projekt célok</vt:lpstr>
      <vt:lpstr>Technológiai stack</vt:lpstr>
      <vt:lpstr>Rendszerfelépítés (architektúra)</vt:lpstr>
      <vt:lpstr>Fő funkciók</vt:lpstr>
      <vt:lpstr>Szerepkörök és jogosultságok</vt:lpstr>
      <vt:lpstr>Adatbázis modell (táblák)</vt:lpstr>
      <vt:lpstr>Kiadás és visszavétel logika</vt:lpstr>
      <vt:lpstr>Biztonság</vt:lpstr>
      <vt:lpstr> Oldalak / modulok (UI terv)</vt:lpstr>
      <vt:lpstr>Demo forgatókönyv (vizsgán nagyon hasznos)</vt:lpstr>
      <vt:lpstr>Nehézségek és megoldások</vt:lpstr>
      <vt:lpstr>Továbbfejlesztési tervek (ha kérdeznek)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Munyire – Munkaruhakezelő Rendszer</dc:title>
  <dc:creator>SZ2</dc:creator>
  <cp:lastModifiedBy>SZ2</cp:lastModifiedBy>
  <cp:revision>2</cp:revision>
  <dcterms:created xsi:type="dcterms:W3CDTF">2026-01-05T11:33:11Z</dcterms:created>
  <dcterms:modified xsi:type="dcterms:W3CDTF">2026-01-05T11:37:23Z</dcterms:modified>
</cp:coreProperties>
</file>